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5" r:id="rId8"/>
    <p:sldId id="264" r:id="rId9"/>
    <p:sldId id="266" r:id="rId10"/>
    <p:sldId id="267" r:id="rId11"/>
    <p:sldId id="268" r:id="rId12"/>
    <p:sldId id="269" r:id="rId13"/>
    <p:sldId id="270" r:id="rId14"/>
    <p:sldId id="271" r:id="rId15"/>
    <p:sldId id="272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9" autoAdjust="0"/>
    <p:restoredTop sz="94660"/>
  </p:normalViewPr>
  <p:slideViewPr>
    <p:cSldViewPr snapToGrid="0">
      <p:cViewPr varScale="1">
        <p:scale>
          <a:sx n="79" d="100"/>
          <a:sy n="79" d="100"/>
        </p:scale>
        <p:origin x="3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B96E925E-F0D9-4EA9-B1EF-08371BF6B589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B5F844E2-BE25-4D4B-A0AD-7E967636D8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2400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E925E-F0D9-4EA9-B1EF-08371BF6B589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844E2-BE25-4D4B-A0AD-7E967636D8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5800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E925E-F0D9-4EA9-B1EF-08371BF6B589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844E2-BE25-4D4B-A0AD-7E967636D8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6610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E925E-F0D9-4EA9-B1EF-08371BF6B589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844E2-BE25-4D4B-A0AD-7E967636D8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9486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E925E-F0D9-4EA9-B1EF-08371BF6B589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844E2-BE25-4D4B-A0AD-7E967636D8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3127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E925E-F0D9-4EA9-B1EF-08371BF6B589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844E2-BE25-4D4B-A0AD-7E967636D8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8025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E925E-F0D9-4EA9-B1EF-08371BF6B589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844E2-BE25-4D4B-A0AD-7E967636D8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1824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E925E-F0D9-4EA9-B1EF-08371BF6B589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844E2-BE25-4D4B-A0AD-7E967636D8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3073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E925E-F0D9-4EA9-B1EF-08371BF6B589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844E2-BE25-4D4B-A0AD-7E967636D8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463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E925E-F0D9-4EA9-B1EF-08371BF6B589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844E2-BE25-4D4B-A0AD-7E967636D8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147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E925E-F0D9-4EA9-B1EF-08371BF6B589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844E2-BE25-4D4B-A0AD-7E967636D8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05540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E925E-F0D9-4EA9-B1EF-08371BF6B589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844E2-BE25-4D4B-A0AD-7E967636D82D}" type="slidenum">
              <a:rPr lang="fr-FR" smtClean="0"/>
              <a:t>‹N°›</a:t>
            </a:fld>
            <a:endParaRPr lang="fr-FR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034155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E925E-F0D9-4EA9-B1EF-08371BF6B589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844E2-BE25-4D4B-A0AD-7E967636D8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18240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E925E-F0D9-4EA9-B1EF-08371BF6B589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844E2-BE25-4D4B-A0AD-7E967636D8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937163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E925E-F0D9-4EA9-B1EF-08371BF6B589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844E2-BE25-4D4B-A0AD-7E967636D8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91329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E925E-F0D9-4EA9-B1EF-08371BF6B589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844E2-BE25-4D4B-A0AD-7E967636D8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6684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E925E-F0D9-4EA9-B1EF-08371BF6B589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844E2-BE25-4D4B-A0AD-7E967636D8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9171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E925E-F0D9-4EA9-B1EF-08371BF6B589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F844E2-BE25-4D4B-A0AD-7E967636D8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535237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D18A80-A7AB-4D33-5947-17CC32B08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PROJET</a:t>
            </a:r>
            <a:r>
              <a:rPr lang="fr-FR" b="1" dirty="0">
                <a:solidFill>
                  <a:schemeClr val="bg1"/>
                </a:solidFill>
                <a:latin typeface="Algerian" panose="04020705040A02060702" pitchFamily="82" charset="0"/>
              </a:rPr>
              <a:t>:  </a:t>
            </a:r>
            <a:r>
              <a:rPr lang="fr-FR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AfriTalent</a:t>
            </a:r>
            <a:br>
              <a:rPr lang="fr-FR" b="1" dirty="0"/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4DFE2CC-5DF5-8AC0-0B08-A17ADFF62E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Plateforme de mise en relation entre freelances tech africains et entreprises</a:t>
            </a:r>
          </a:p>
          <a:p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Réalisé par : </a:t>
            </a:r>
            <a:r>
              <a:rPr lang="fr-F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Dany</a:t>
            </a:r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MEDZO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Classe : </a:t>
            </a:r>
            <a:r>
              <a:rPr lang="fr-FR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L1IAGE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Module : Développement Web </a:t>
            </a:r>
          </a:p>
          <a:p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Date : </a:t>
            </a:r>
            <a:r>
              <a:rPr lang="fr-FR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15 juin 2026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796197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B88766-2577-37A5-9D65-948FFC93C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Sommaire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D58DDAA-F922-034B-035F-6BC5383166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5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Présentation du projet </a:t>
            </a:r>
          </a:p>
          <a:p>
            <a:r>
              <a:rPr lang="fr-FR" sz="5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Choix de design </a:t>
            </a:r>
          </a:p>
          <a:p>
            <a:r>
              <a:rPr lang="fr-FR" sz="5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Inspirations et identité visuelle </a:t>
            </a:r>
          </a:p>
          <a:p>
            <a:r>
              <a:rPr lang="fr-FR" sz="5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Architecture du projet </a:t>
            </a:r>
          </a:p>
          <a:p>
            <a:r>
              <a:rPr lang="fr-FR" sz="5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Captures d'écran des pages </a:t>
            </a:r>
          </a:p>
          <a:p>
            <a:r>
              <a:rPr lang="fr-FR" sz="5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Points techniques </a:t>
            </a:r>
          </a:p>
          <a:p>
            <a:r>
              <a:rPr lang="fr-FR" sz="5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GitHub et gestion de versions </a:t>
            </a:r>
          </a:p>
          <a:p>
            <a:r>
              <a:rPr lang="fr-FR" sz="5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Difficultés rencontrées </a:t>
            </a:r>
          </a:p>
          <a:p>
            <a:r>
              <a:rPr lang="fr-FR" sz="5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Ressources utilisées </a:t>
            </a:r>
          </a:p>
          <a:p>
            <a:r>
              <a:rPr lang="fr-FR" sz="5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Démonstration </a:t>
            </a:r>
          </a:p>
          <a:p>
            <a:r>
              <a:rPr lang="fr-FR" sz="5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Conclusion </a:t>
            </a:r>
          </a:p>
          <a:p>
            <a:r>
              <a:rPr lang="fr-FR" sz="5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Perspectives d'amélioration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78858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305DB4-5B95-8ECD-37C5-635D4CE18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Présentation</a:t>
            </a:r>
            <a:r>
              <a:rPr lang="fr-FR" dirty="0">
                <a:latin typeface="Algerian" panose="04020705040A02060702" pitchFamily="82" charset="0"/>
              </a:rPr>
              <a:t> </a:t>
            </a:r>
            <a:r>
              <a:rPr lang="fr-F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du</a:t>
            </a:r>
            <a:r>
              <a:rPr lang="fr-FR" dirty="0">
                <a:latin typeface="Algerian" panose="04020705040A02060702" pitchFamily="82" charset="0"/>
              </a:rPr>
              <a:t> </a:t>
            </a:r>
            <a:r>
              <a:rPr lang="fr-F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projet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22E8B92-30FF-9CB0-03C5-E09DD6DF5E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5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Contexte</a:t>
            </a:r>
          </a:p>
          <a:p>
            <a:r>
              <a:rPr lang="fr-FR" sz="5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 nombreux talents africains ont des difficultés à mettre en valeur leurs compétences et à être visibles auprès des recruteurs.</a:t>
            </a:r>
          </a:p>
          <a:p>
            <a:r>
              <a:rPr lang="fr-FR" sz="5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Objectif</a:t>
            </a:r>
          </a:p>
          <a:p>
            <a:r>
              <a:rPr lang="fr-FR" sz="5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Créer une plateforme web simple permettant :</a:t>
            </a:r>
          </a:p>
          <a:p>
            <a:r>
              <a:rPr lang="fr-FR" sz="5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 présentation des talents </a:t>
            </a:r>
          </a:p>
          <a:p>
            <a:r>
              <a:rPr lang="fr-FR" sz="5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 consultation des profils </a:t>
            </a:r>
          </a:p>
          <a:p>
            <a:r>
              <a:rPr lang="fr-FR" sz="5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 mise en relation avec des recruteurs </a:t>
            </a:r>
          </a:p>
          <a:p>
            <a:r>
              <a:rPr lang="fr-FR" sz="5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Public</a:t>
            </a:r>
            <a:r>
              <a:rPr lang="fr-FR" sz="5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cible</a:t>
            </a:r>
          </a:p>
          <a:p>
            <a:r>
              <a:rPr lang="fr-FR" sz="5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Étudiants </a:t>
            </a:r>
          </a:p>
          <a:p>
            <a:r>
              <a:rPr lang="fr-FR" sz="5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Freelances </a:t>
            </a:r>
          </a:p>
          <a:p>
            <a:r>
              <a:rPr lang="fr-FR" sz="5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Jeunes diplômés </a:t>
            </a:r>
          </a:p>
          <a:p>
            <a:r>
              <a:rPr lang="fr-FR" sz="5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Entreprises et recruteurs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1364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F1BCCA-3C8E-F10C-5EA5-7A57F54FB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Choix</a:t>
            </a:r>
            <a:r>
              <a:rPr lang="fr-FR" dirty="0">
                <a:latin typeface="Algerian" panose="04020705040A02060702" pitchFamily="82" charset="0"/>
              </a:rPr>
              <a:t> </a:t>
            </a:r>
            <a:r>
              <a:rPr lang="fr-F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de</a:t>
            </a:r>
            <a:r>
              <a:rPr lang="fr-FR" dirty="0">
                <a:latin typeface="Algerian" panose="04020705040A02060702" pitchFamily="82" charset="0"/>
              </a:rPr>
              <a:t> </a:t>
            </a:r>
            <a:r>
              <a:rPr lang="fr-F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design</a:t>
            </a:r>
            <a:r>
              <a:rPr lang="fr-FR" dirty="0">
                <a:latin typeface="Algerian" panose="04020705040A02060702" pitchFamily="82" charset="0"/>
              </a:rPr>
              <a:t> </a:t>
            </a:r>
            <a:r>
              <a:rPr lang="fr-F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(Palette)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D547D55-B437-B7EE-BB0B-E630F116D9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fr-F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Palette</a:t>
            </a:r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</a:t>
            </a:r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couleurs</a:t>
            </a:r>
          </a:p>
          <a:p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Vert principal : #198754 </a:t>
            </a:r>
          </a:p>
          <a:p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Blanc : #FFFFFF </a:t>
            </a:r>
          </a:p>
          <a:p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Gris clair : #F8F9FA </a:t>
            </a:r>
          </a:p>
          <a:p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Noir : #212529 </a:t>
            </a:r>
          </a:p>
          <a:p>
            <a:r>
              <a:rPr lang="fr-F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Justification</a:t>
            </a:r>
          </a:p>
          <a:p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 vert représente la croissance et l'espoir. </a:t>
            </a:r>
          </a:p>
          <a:p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 blanc améliore la lisibilité. </a:t>
            </a:r>
          </a:p>
          <a:p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 gris apporte de la modernité. </a:t>
            </a:r>
          </a:p>
          <a:p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 noir renforce le contraste.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24480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052875-1BE3-4690-4B39-C43D09642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  <a:latin typeface="Algerian" panose="04020705040A02060702" pitchFamily="82" charset="0"/>
              </a:rPr>
              <a:t>Polices</a:t>
            </a:r>
            <a:r>
              <a:rPr lang="fr-FR" dirty="0">
                <a:latin typeface="Algerian" panose="04020705040A02060702" pitchFamily="82" charset="0"/>
              </a:rPr>
              <a:t> </a:t>
            </a:r>
            <a:r>
              <a:rPr lang="fr-F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et</a:t>
            </a:r>
            <a:r>
              <a:rPr lang="fr-FR" dirty="0">
                <a:latin typeface="Algerian" panose="04020705040A02060702" pitchFamily="82" charset="0"/>
              </a:rPr>
              <a:t> </a:t>
            </a:r>
            <a:r>
              <a:rPr lang="fr-F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inspirations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9AEB394-1F02-5E1E-7875-E7294FF87C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Polices</a:t>
            </a:r>
          </a:p>
          <a:p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Titre : Poppins </a:t>
            </a:r>
          </a:p>
          <a:p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Texte : Arial </a:t>
            </a:r>
          </a:p>
          <a:p>
            <a:r>
              <a:rPr lang="fr-F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Justification</a:t>
            </a:r>
          </a:p>
          <a:p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 moderne </a:t>
            </a:r>
          </a:p>
          <a:p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Bonne lisibilité </a:t>
            </a:r>
          </a:p>
          <a:p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Compatible avec tous les navigateurs </a:t>
            </a:r>
          </a:p>
          <a:p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Inspirations</a:t>
            </a:r>
          </a:p>
          <a:p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LinkedIn </a:t>
            </a:r>
          </a:p>
          <a:p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Indeed </a:t>
            </a:r>
          </a:p>
          <a:p>
            <a:r>
              <a:rPr lang="fr-F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Behance</a:t>
            </a: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03153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A3A6FA-2008-80C8-81B3-F4968F1ED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Architecture</a:t>
            </a:r>
            <a:r>
              <a:rPr lang="fr-FR" dirty="0">
                <a:latin typeface="Algerian" panose="04020705040A02060702" pitchFamily="82" charset="0"/>
              </a:rPr>
              <a:t> </a:t>
            </a:r>
            <a:r>
              <a:rPr lang="fr-F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du</a:t>
            </a:r>
            <a:r>
              <a:rPr lang="fr-FR" dirty="0">
                <a:latin typeface="Algerian" panose="04020705040A02060702" pitchFamily="82" charset="0"/>
              </a:rPr>
              <a:t> </a:t>
            </a:r>
            <a:r>
              <a:rPr lang="fr-F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site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EF18657-2658-22A8-5574-D0EC6D4DF8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Arborescence</a:t>
            </a:r>
          </a:p>
          <a:p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Accueil</a:t>
            </a:r>
          </a:p>
          <a:p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├── À propos</a:t>
            </a:r>
          </a:p>
          <a:p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├── Talents</a:t>
            </a:r>
          </a:p>
          <a:p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├── Contact</a:t>
            </a:r>
          </a:p>
          <a:p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└── Connexion</a:t>
            </a:r>
            <a:b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Navigation</a:t>
            </a:r>
          </a:p>
          <a:p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Barre de navigation fixe </a:t>
            </a:r>
          </a:p>
          <a:p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Liens accessibles depuis toutes les pages </a:t>
            </a:r>
          </a:p>
          <a:p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34002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F8D6F1-5110-AC4E-22C3-362031E75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Captures</a:t>
            </a:r>
            <a:r>
              <a:rPr lang="fr-FR" dirty="0">
                <a:latin typeface="Algerian" panose="04020705040A02060702" pitchFamily="82" charset="0"/>
              </a:rPr>
              <a:t> </a:t>
            </a:r>
            <a:r>
              <a:rPr lang="fr-F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d'écran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B60716C4-0653-2159-202B-1A8C9AD952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196" y="1862201"/>
            <a:ext cx="3843428" cy="4351338"/>
          </a:xfr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426C131C-AA71-EAE4-89EA-E6CBF8131C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5373" y="2031429"/>
            <a:ext cx="3646005" cy="4201859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1EF405B2-0808-3BAB-0EE3-55C6020857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1522" y="2031429"/>
            <a:ext cx="3843428" cy="4221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4748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2B8453-77D6-0B9E-D0DF-713648129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0" y="133477"/>
            <a:ext cx="10515600" cy="1325563"/>
          </a:xfrm>
        </p:spPr>
        <p:txBody>
          <a:bodyPr/>
          <a:lstStyle/>
          <a:p>
            <a:r>
              <a:rPr lang="fr-F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Points</a:t>
            </a:r>
            <a:r>
              <a:rPr lang="fr-FR" dirty="0">
                <a:latin typeface="Algerian" panose="04020705040A02060702" pitchFamily="82" charset="0"/>
              </a:rPr>
              <a:t> </a:t>
            </a:r>
            <a:r>
              <a:rPr lang="fr-F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techniques</a:t>
            </a:r>
            <a:r>
              <a:rPr lang="fr-FR" dirty="0">
                <a:latin typeface="Algerian" panose="04020705040A02060702" pitchFamily="82" charset="0"/>
              </a:rPr>
              <a:t> </a:t>
            </a:r>
            <a:r>
              <a:rPr lang="fr-F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(JavaScript)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BCE346A-1363-9736-4540-26149CBEC3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560576"/>
            <a:ext cx="9905999" cy="4230625"/>
          </a:xfrm>
        </p:spPr>
        <p:txBody>
          <a:bodyPr>
            <a:noAutofit/>
          </a:bodyPr>
          <a:lstStyle/>
          <a:p>
            <a:r>
              <a:rPr lang="fr-FR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Fonctionnalités JavaScript</a:t>
            </a:r>
          </a:p>
          <a:p>
            <a:r>
              <a:rPr lang="fr-FR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Validation du formulaire </a:t>
            </a:r>
          </a:p>
          <a:p>
            <a:r>
              <a:rPr lang="fr-FR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Vérification des champs obligatoires </a:t>
            </a:r>
          </a:p>
          <a:p>
            <a:r>
              <a:rPr lang="fr-FR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Affichage des messages d'erreur</a:t>
            </a:r>
          </a:p>
          <a:p>
            <a:endParaRPr lang="fr-FR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fr-FR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</a:t>
            </a:r>
            <a:r>
              <a:rPr lang="fr-FR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verifierFormulaire</a:t>
            </a:r>
            <a:r>
              <a:rPr lang="fr-FR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 {</a:t>
            </a:r>
          </a:p>
          <a:p>
            <a:r>
              <a:rPr lang="fr-FR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let nom = </a:t>
            </a:r>
            <a:r>
              <a:rPr lang="fr-FR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document.getElementById</a:t>
            </a:r>
            <a:r>
              <a:rPr lang="fr-FR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("nom").value;</a:t>
            </a:r>
          </a:p>
          <a:p>
            <a:endParaRPr lang="fr-FR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fr-FR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if(nom === "") {</a:t>
            </a:r>
          </a:p>
          <a:p>
            <a:r>
              <a:rPr lang="fr-FR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</a:t>
            </a:r>
            <a:r>
              <a:rPr lang="fr-FR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alert</a:t>
            </a:r>
            <a:r>
              <a:rPr lang="fr-FR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("Veuillez saisir votre nom");</a:t>
            </a:r>
          </a:p>
          <a:p>
            <a:r>
              <a:rPr lang="fr-FR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return false;</a:t>
            </a:r>
          </a:p>
          <a:p>
            <a:r>
              <a:rPr lang="fr-FR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}</a:t>
            </a:r>
          </a:p>
          <a:p>
            <a:endParaRPr lang="fr-FR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fr-FR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return </a:t>
            </a:r>
            <a:r>
              <a:rPr lang="fr-FR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true</a:t>
            </a:r>
            <a:r>
              <a:rPr lang="fr-FR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</a:t>
            </a:r>
          </a:p>
          <a:p>
            <a:r>
              <a:rPr lang="fr-FR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01287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F0AB97-7997-1DC7-8CA6-BE174BFD6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Bootstrap</a:t>
            </a:r>
            <a:r>
              <a:rPr lang="fr-FR" dirty="0">
                <a:latin typeface="Algerian" panose="04020705040A02060702" pitchFamily="82" charset="0"/>
              </a:rPr>
              <a:t> </a:t>
            </a:r>
            <a:r>
              <a:rPr lang="fr-F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et</a:t>
            </a:r>
            <a:r>
              <a:rPr lang="fr-FR" dirty="0">
                <a:latin typeface="Algerian" panose="04020705040A02060702" pitchFamily="82" charset="0"/>
              </a:rPr>
              <a:t> </a:t>
            </a:r>
            <a:r>
              <a:rPr lang="fr-F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CSS</a:t>
            </a:r>
            <a:r>
              <a:rPr lang="fr-FR" dirty="0">
                <a:latin typeface="Algerian" panose="04020705040A02060702" pitchFamily="82" charset="0"/>
              </a:rPr>
              <a:t> </a:t>
            </a:r>
            <a:r>
              <a:rPr lang="fr-F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avancé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A291225-59FD-EB74-1A37-9B9711EBBF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938528"/>
            <a:ext cx="9905999" cy="4919471"/>
          </a:xfrm>
        </p:spPr>
        <p:txBody>
          <a:bodyPr>
            <a:normAutofit fontScale="25000" lnSpcReduction="20000"/>
          </a:bodyPr>
          <a:lstStyle/>
          <a:p>
            <a:r>
              <a:rPr lang="fr-F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Composants Bootstrap utilisés</a:t>
            </a:r>
          </a:p>
          <a:p>
            <a:r>
              <a:rPr lang="fr-FR" sz="4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Navbar</a:t>
            </a:r>
            <a:r>
              <a:rPr lang="fr-FR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r>
              <a:rPr lang="fr-FR" sz="4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Cards</a:t>
            </a:r>
            <a:r>
              <a:rPr lang="fr-FR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r>
              <a:rPr lang="fr-FR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Buttons </a:t>
            </a:r>
          </a:p>
          <a:p>
            <a:r>
              <a:rPr lang="fr-FR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Forms </a:t>
            </a:r>
          </a:p>
          <a:p>
            <a:r>
              <a:rPr lang="fr-FR" sz="4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Grid</a:t>
            </a:r>
            <a:r>
              <a:rPr lang="fr-FR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System </a:t>
            </a:r>
          </a:p>
          <a:p>
            <a:r>
              <a:rPr lang="fr-F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CSS avancé</a:t>
            </a:r>
          </a:p>
          <a:p>
            <a:r>
              <a:rPr lang="fr-FR" sz="4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Flexbox</a:t>
            </a:r>
            <a:r>
              <a:rPr lang="fr-FR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r>
              <a:rPr lang="fr-FR" sz="4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Hover</a:t>
            </a:r>
            <a:r>
              <a:rPr lang="fr-FR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4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effects</a:t>
            </a:r>
            <a:r>
              <a:rPr lang="fr-FR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r>
              <a:rPr lang="fr-FR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Transitions </a:t>
            </a:r>
          </a:p>
          <a:p>
            <a:r>
              <a:rPr lang="fr-FR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Responsive Design</a:t>
            </a:r>
          </a:p>
          <a:p>
            <a:endParaRPr lang="fr-FR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r>
              <a:rPr lang="en-US" sz="4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card:hover</a:t>
            </a:r>
            <a:r>
              <a:rPr 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</a:t>
            </a:r>
          </a:p>
          <a:p>
            <a:r>
              <a:rPr 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transform: scale(1.05);</a:t>
            </a:r>
          </a:p>
          <a:p>
            <a:r>
              <a:rPr 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transition: 0.3s;</a:t>
            </a:r>
          </a:p>
          <a:p>
            <a:r>
              <a:rPr 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</a:t>
            </a:r>
            <a:endParaRPr lang="fr-FR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9552869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0F439A-A13E-C10E-CD73-BB4E9EAD9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GitHub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31A6D3A-71DD-4A47-CBA5-C1C5283FEF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5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Utilisation de Git</a:t>
            </a:r>
          </a:p>
          <a:p>
            <a:r>
              <a:rPr lang="fr-FR" sz="5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Commandes utilisées :</a:t>
            </a:r>
          </a:p>
          <a:p>
            <a:endParaRPr lang="fr-FR" sz="5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fr-FR" sz="5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git init</a:t>
            </a:r>
          </a:p>
          <a:p>
            <a:r>
              <a:rPr lang="fr-FR" sz="5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git </a:t>
            </a:r>
            <a:r>
              <a:rPr lang="fr-FR" sz="5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add</a:t>
            </a:r>
            <a:r>
              <a:rPr lang="fr-FR" sz="5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.</a:t>
            </a:r>
          </a:p>
          <a:p>
            <a:r>
              <a:rPr lang="fr-FR" sz="5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git commit -m "Première version"</a:t>
            </a:r>
          </a:p>
          <a:p>
            <a:r>
              <a:rPr lang="fr-FR" sz="5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git push </a:t>
            </a:r>
            <a:r>
              <a:rPr lang="fr-FR" sz="5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origin</a:t>
            </a:r>
            <a:r>
              <a:rPr lang="fr-FR" sz="5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main</a:t>
            </a:r>
          </a:p>
          <a:p>
            <a:endParaRPr lang="fr-FR" sz="5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fr-FR" sz="5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Workflow</a:t>
            </a:r>
          </a:p>
          <a:p>
            <a:r>
              <a:rPr lang="fr-FR" sz="5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Modification → Commit → Push → Mise à jour du site</a:t>
            </a:r>
          </a:p>
          <a:p>
            <a:r>
              <a:rPr lang="fr-FR" sz="5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Déploiement</a:t>
            </a:r>
          </a:p>
          <a:p>
            <a:r>
              <a:rPr lang="fr-FR" sz="5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Déploiement via GitHub Pages </a:t>
            </a:r>
          </a:p>
          <a:p>
            <a:r>
              <a:rPr lang="fr-FR" sz="5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Lien du projet : (à compléter)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35054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CB73BD-B0E5-B439-04C1-BC377CEAF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Difficultés</a:t>
            </a:r>
            <a:r>
              <a:rPr lang="fr-FR" b="1" dirty="0">
                <a:latin typeface="Algerian" panose="04020705040A02060702" pitchFamily="82" charset="0"/>
              </a:rPr>
              <a:t> </a:t>
            </a:r>
            <a:r>
              <a:rPr lang="fr-F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rencontrées</a:t>
            </a:r>
            <a:br>
              <a:rPr lang="fr-FR" b="1" dirty="0"/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D6C42D7-803C-0945-4CD7-0DDABA7DF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Difficulté</a:t>
            </a:r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</a:p>
          <a:p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 menu n'était pas responsive sur mobile.</a:t>
            </a:r>
          </a:p>
          <a:p>
            <a:r>
              <a:rPr lang="fr-F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Solution</a:t>
            </a:r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:</a:t>
            </a:r>
            <a:b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Utilisation de la </a:t>
            </a:r>
            <a:r>
              <a:rPr lang="fr-F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Navbar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Bootstrap.</a:t>
            </a:r>
          </a:p>
          <a:p>
            <a:r>
              <a:rPr lang="fr-F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Difficulté</a:t>
            </a:r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</a:p>
          <a:p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Problèmes de mise en page sur différentes tailles d'écran.</a:t>
            </a:r>
          </a:p>
          <a:p>
            <a:r>
              <a:rPr lang="fr-F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Solution</a:t>
            </a:r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:</a:t>
            </a:r>
            <a:b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Utilisation du système </a:t>
            </a:r>
            <a:r>
              <a:rPr lang="fr-F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Grid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Bootstrap.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7541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2B05CE-FD72-3F8B-1F4B-856ED124C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Ressources</a:t>
            </a:r>
            <a:r>
              <a:rPr lang="fr-FR" dirty="0">
                <a:latin typeface="Algerian" panose="04020705040A02060702" pitchFamily="82" charset="0"/>
              </a:rPr>
              <a:t> </a:t>
            </a:r>
            <a:r>
              <a:rPr lang="fr-F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utilisées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A326B42-2B91-7B6E-B6A7-995B5F3245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fr-F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Documentation</a:t>
            </a:r>
          </a:p>
          <a:p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HTML5 </a:t>
            </a:r>
          </a:p>
          <a:p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CSS3 </a:t>
            </a:r>
          </a:p>
          <a:p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JavaScript </a:t>
            </a:r>
          </a:p>
          <a:p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Bootstrap </a:t>
            </a:r>
          </a:p>
          <a:p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Outils</a:t>
            </a:r>
          </a:p>
          <a:p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Visual Studio Code </a:t>
            </a:r>
          </a:p>
          <a:p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Git </a:t>
            </a:r>
          </a:p>
          <a:p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GitHub </a:t>
            </a:r>
          </a:p>
          <a:p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Google Chrome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50863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4BD273-0C28-C092-D028-4F674D4AD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Démonstration</a:t>
            </a:r>
            <a:r>
              <a:rPr lang="fr-FR" dirty="0">
                <a:latin typeface="Algerian" panose="04020705040A02060702" pitchFamily="82" charset="0"/>
              </a:rPr>
              <a:t> </a:t>
            </a:r>
            <a:r>
              <a:rPr lang="fr-F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live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5E4F23D-E6CA-D47F-7F04-D1ED0EF49B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Présentation du site</a:t>
            </a:r>
          </a:p>
          <a:p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Accueil </a:t>
            </a:r>
          </a:p>
          <a:p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Navigation </a:t>
            </a:r>
          </a:p>
          <a:p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Consultation des talents </a:t>
            </a:r>
          </a:p>
          <a:p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Formulaire de contact </a:t>
            </a:r>
          </a:p>
          <a:p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Objectif</a:t>
            </a:r>
          </a:p>
          <a:p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Montrer le fonctionnement réel du projet.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94042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F455A8-7FDB-DF33-E6C5-F3962C3D3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Conclusion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48D3F28-B984-0429-382D-9F099F8AC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Bilan</a:t>
            </a:r>
          </a:p>
          <a:p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 fonctionnel </a:t>
            </a:r>
          </a:p>
          <a:p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Interface simple et moderne </a:t>
            </a:r>
          </a:p>
          <a:p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Utilisation de HTML, CSS, JavaScript et Bootstrap </a:t>
            </a:r>
          </a:p>
          <a:p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Compétences acquises</a:t>
            </a:r>
          </a:p>
          <a:p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Création de site web </a:t>
            </a:r>
          </a:p>
          <a:p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Responsive Design </a:t>
            </a:r>
          </a:p>
          <a:p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Utilisation de Git et GitHub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9564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C48F96-CA0D-802A-ACBD-A4D421384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Perspectives</a:t>
            </a:r>
            <a:r>
              <a:rPr lang="fr-FR" dirty="0">
                <a:latin typeface="Algerian" panose="04020705040A02060702" pitchFamily="82" charset="0"/>
              </a:rPr>
              <a:t> </a:t>
            </a:r>
            <a:r>
              <a:rPr lang="fr-F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d'amélioration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B134898-61C6-CB68-82A2-ED68BAF8F2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Améliorations futures</a:t>
            </a:r>
          </a:p>
          <a:p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Base de données MySQL </a:t>
            </a:r>
          </a:p>
          <a:p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Authentification utilisateur </a:t>
            </a:r>
          </a:p>
          <a:p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Espace recruteur </a:t>
            </a:r>
          </a:p>
          <a:p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Recherche avancée de profils </a:t>
            </a:r>
          </a:p>
          <a:p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Publication d'offres d'emploi </a:t>
            </a:r>
          </a:p>
          <a:p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Merci pour votre attention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7765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Bleu chau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215</TotalTime>
  <Words>509</Words>
  <Application>Microsoft Office PowerPoint</Application>
  <PresentationFormat>Grand écran</PresentationFormat>
  <Paragraphs>156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9" baseType="lpstr">
      <vt:lpstr>Algerian</vt:lpstr>
      <vt:lpstr>Arial</vt:lpstr>
      <vt:lpstr>Tw Cen MT</vt:lpstr>
      <vt:lpstr>Circuit</vt:lpstr>
      <vt:lpstr>PROJET:  AfriTalent </vt:lpstr>
      <vt:lpstr>Sommaire</vt:lpstr>
      <vt:lpstr>Présentation du projet</vt:lpstr>
      <vt:lpstr>Choix de design (Palette)</vt:lpstr>
      <vt:lpstr>Polices et inspirations</vt:lpstr>
      <vt:lpstr>Architecture du site</vt:lpstr>
      <vt:lpstr>Captures d'écran</vt:lpstr>
      <vt:lpstr>Points techniques (JavaScript)</vt:lpstr>
      <vt:lpstr>Bootstrap et CSS avancé</vt:lpstr>
      <vt:lpstr>GitHub</vt:lpstr>
      <vt:lpstr>Difficultés rencontrées </vt:lpstr>
      <vt:lpstr>Ressources utilisées</vt:lpstr>
      <vt:lpstr>Démonstration live</vt:lpstr>
      <vt:lpstr>Conclusion</vt:lpstr>
      <vt:lpstr>Perspectives d'amélioration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CHARLES EDGAR JUNIOR MOMBO</dc:creator>
  <cp:lastModifiedBy>CHARLES EDGAR JUNIOR MOMBO</cp:lastModifiedBy>
  <cp:revision>3</cp:revision>
  <dcterms:created xsi:type="dcterms:W3CDTF">2026-06-15T17:48:43Z</dcterms:created>
  <dcterms:modified xsi:type="dcterms:W3CDTF">2026-06-17T10:29:11Z</dcterms:modified>
</cp:coreProperties>
</file>